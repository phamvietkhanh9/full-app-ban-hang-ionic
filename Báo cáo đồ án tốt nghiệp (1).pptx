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60911-7173-48EA-8144-AEB56A14814A}" v="1031" dt="2021-03-09T06:59:09.587"/>
    <p1510:client id="{3A83E8CA-538F-4923-A821-A9EFC1CA7980}" v="68" dt="2021-03-11T11:28:52.934"/>
    <p1510:client id="{532B2E69-9851-491B-9044-D4DC0DD1D0A5}" v="314" dt="2021-03-22T13:58:20.893"/>
    <p1510:client id="{90EA0E04-ED15-4491-B313-07AA80A98F3A}" v="2" dt="2021-03-12T08:34:04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79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21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52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94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0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9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87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18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08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08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36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3/30/2021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46" r:id="rId6"/>
    <p:sldLayoutId id="2147483842" r:id="rId7"/>
    <p:sldLayoutId id="2147483843" r:id="rId8"/>
    <p:sldLayoutId id="2147483844" r:id="rId9"/>
    <p:sldLayoutId id="2147483845" r:id="rId10"/>
    <p:sldLayoutId id="21474838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100" kern="1200" dirty="0">
                <a:solidFill>
                  <a:srgbClr val="FFFFFF"/>
                </a:solidFill>
                <a:latin typeface="Arial Black"/>
              </a:rPr>
              <a:t>BÁO CÁO ĐỒ ÁN TỐT NGHIỆP</a:t>
            </a:r>
            <a:br>
              <a:rPr lang="en-US" sz="4100" kern="1200" dirty="0">
                <a:latin typeface="Arial Black"/>
              </a:rPr>
            </a:br>
            <a:br>
              <a:rPr lang="en-US" sz="4100" kern="1200" dirty="0">
                <a:latin typeface="Arial Black"/>
              </a:rPr>
            </a:br>
            <a:r>
              <a:rPr lang="en-US" sz="4100" kern="1200" dirty="0">
                <a:solidFill>
                  <a:srgbClr val="FFFFFF"/>
                </a:solidFill>
                <a:latin typeface="Arial Black"/>
              </a:rPr>
              <a:t>ĐẶT VÀ GIAO HÀNG ONLINE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GIÁO VIÊN HƯỚNG DẪN : NGUYỄN TUÂN</a:t>
            </a:r>
          </a:p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SINH VIÊN THỰC HIỆN: 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PHẠM VIỆT KHÁNH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PHAN VĂN MINH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NGUYỄN QUANG THÁI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NGUYỄN KHẮC TÚ</a:t>
            </a:r>
          </a:p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LỚP : T1808A1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82BB-BDDC-461B-B03A-66ECD838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haroni"/>
              </a:rPr>
              <a:t>NỘI DUNG ĐỒ 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A9558-2689-42B8-9DEF-E164098D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LÝ DO CHỌN ĐỒ ÁN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PHÂN TÍCH VÀ THIẾT KẾ HỆ THỐNG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CÔNG CỤ THỰC HIỆN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KẾT QUẢ CHƯƠNG TRÌNH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TỔNG KẾT</a:t>
            </a:r>
          </a:p>
        </p:txBody>
      </p:sp>
    </p:spTree>
    <p:extLst>
      <p:ext uri="{BB962C8B-B14F-4D97-AF65-F5344CB8AC3E}">
        <p14:creationId xmlns:p14="http://schemas.microsoft.com/office/powerpoint/2010/main" val="7713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60EE-1E52-496D-B93A-9991987F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haroni"/>
              </a:rPr>
              <a:t>I. LÝ DO CHỌN ĐỒ ÁN</a:t>
            </a:r>
            <a:endParaRPr lang="en-US" dirty="0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8363-A6A9-4904-88BA-9DCA40923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Lý do </a:t>
            </a:r>
            <a:r>
              <a:rPr lang="en-US" b="1" dirty="0" err="1">
                <a:latin typeface="Arial"/>
                <a:cs typeface="Arial"/>
              </a:rPr>
              <a:t>chọn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đề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tài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Theo </a:t>
            </a:r>
            <a:r>
              <a:rPr lang="en-US" err="1">
                <a:latin typeface="Arial"/>
                <a:ea typeface="+mn-lt"/>
                <a:cs typeface="+mn-lt"/>
              </a:rPr>
              <a:t>báo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cáo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thống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kê</a:t>
            </a:r>
            <a:r>
              <a:rPr lang="en-US" dirty="0">
                <a:latin typeface="Arial"/>
                <a:ea typeface="+mn-lt"/>
                <a:cs typeface="+mn-lt"/>
              </a:rPr>
              <a:t>, </a:t>
            </a:r>
            <a:r>
              <a:rPr lang="en-US" err="1">
                <a:latin typeface="Arial"/>
                <a:ea typeface="+mn-lt"/>
                <a:cs typeface="+mn-lt"/>
              </a:rPr>
              <a:t>hiện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đang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có</a:t>
            </a:r>
            <a:r>
              <a:rPr lang="en-US" dirty="0">
                <a:latin typeface="Arial"/>
                <a:ea typeface="+mn-lt"/>
                <a:cs typeface="+mn-lt"/>
              </a:rPr>
              <a:t> 68,17 </a:t>
            </a:r>
            <a:r>
              <a:rPr lang="en-US" err="1">
                <a:latin typeface="Arial"/>
                <a:ea typeface="+mn-lt"/>
                <a:cs typeface="+mn-lt"/>
              </a:rPr>
              <a:t>triệu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người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đang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sử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dụng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dịch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vụ</a:t>
            </a:r>
            <a:r>
              <a:rPr lang="en-US" dirty="0">
                <a:latin typeface="Arial"/>
                <a:ea typeface="+mn-lt"/>
                <a:cs typeface="+mn-lt"/>
              </a:rPr>
              <a:t> internet </a:t>
            </a:r>
            <a:r>
              <a:rPr lang="en-US" err="1">
                <a:latin typeface="Arial"/>
                <a:ea typeface="+mn-lt"/>
                <a:cs typeface="+mn-lt"/>
              </a:rPr>
              <a:t>tại</a:t>
            </a:r>
            <a:r>
              <a:rPr lang="en-US" dirty="0">
                <a:latin typeface="Arial"/>
                <a:ea typeface="+mn-lt"/>
                <a:cs typeface="+mn-lt"/>
              </a:rPr>
              <a:t> Việt Nam </a:t>
            </a:r>
            <a:r>
              <a:rPr lang="en-US" err="1">
                <a:latin typeface="Arial"/>
                <a:ea typeface="+mn-lt"/>
                <a:cs typeface="+mn-lt"/>
              </a:rPr>
              <a:t>vào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tháng</a:t>
            </a:r>
            <a:r>
              <a:rPr lang="en-US" dirty="0">
                <a:latin typeface="Arial"/>
                <a:ea typeface="+mn-lt"/>
                <a:cs typeface="+mn-lt"/>
              </a:rPr>
              <a:t> 1 </a:t>
            </a:r>
            <a:r>
              <a:rPr lang="en-US" err="1">
                <a:latin typeface="Arial"/>
                <a:ea typeface="+mn-lt"/>
                <a:cs typeface="+mn-lt"/>
              </a:rPr>
              <a:t>năm</a:t>
            </a:r>
            <a:r>
              <a:rPr lang="en-US" dirty="0">
                <a:latin typeface="Arial"/>
                <a:ea typeface="+mn-lt"/>
                <a:cs typeface="+mn-lt"/>
              </a:rPr>
              <a:t> 2020. Trong </a:t>
            </a:r>
            <a:r>
              <a:rPr lang="en-US" err="1">
                <a:latin typeface="Arial"/>
                <a:ea typeface="+mn-lt"/>
                <a:cs typeface="+mn-lt"/>
              </a:rPr>
              <a:t>đó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có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đến</a:t>
            </a:r>
            <a:r>
              <a:rPr lang="en-US" dirty="0">
                <a:latin typeface="Arial"/>
                <a:ea typeface="+mn-lt"/>
                <a:cs typeface="+mn-lt"/>
              </a:rPr>
              <a:t> 77% </a:t>
            </a:r>
            <a:r>
              <a:rPr lang="en-US" err="1">
                <a:latin typeface="Arial"/>
                <a:ea typeface="+mn-lt"/>
                <a:cs typeface="+mn-lt"/>
              </a:rPr>
              <a:t>người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dùng</a:t>
            </a:r>
            <a:r>
              <a:rPr lang="en-US" dirty="0">
                <a:latin typeface="Arial"/>
                <a:ea typeface="+mn-lt"/>
                <a:cs typeface="+mn-lt"/>
              </a:rPr>
              <a:t> Internet </a:t>
            </a:r>
            <a:r>
              <a:rPr lang="en-US" err="1">
                <a:latin typeface="Arial"/>
                <a:ea typeface="+mn-lt"/>
                <a:cs typeface="+mn-lt"/>
              </a:rPr>
              <a:t>từng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mua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sắm,đặt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hàng</a:t>
            </a:r>
            <a:r>
              <a:rPr lang="en-US" dirty="0">
                <a:latin typeface="Arial"/>
                <a:ea typeface="+mn-lt"/>
                <a:cs typeface="+mn-lt"/>
              </a:rPr>
              <a:t> </a:t>
            </a:r>
            <a:r>
              <a:rPr lang="en-US">
                <a:latin typeface="Arial"/>
                <a:ea typeface="+mn-lt"/>
                <a:cs typeface="Arial"/>
              </a:rPr>
              <a:t>online.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Mục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đích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xây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dựng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Xây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dựng</a:t>
            </a:r>
            <a:r>
              <a:rPr lang="en-US" dirty="0">
                <a:latin typeface="Arial"/>
                <a:cs typeface="Arial"/>
              </a:rPr>
              <a:t> app 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giao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Chăm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sóc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khách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….</a:t>
            </a:r>
          </a:p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Yêu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cầu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514350" indent="-51435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Xây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dựng</a:t>
            </a:r>
            <a:r>
              <a:rPr lang="en-US" dirty="0">
                <a:latin typeface="Arial"/>
                <a:cs typeface="Arial"/>
              </a:rPr>
              <a:t> app </a:t>
            </a:r>
            <a:r>
              <a:rPr lang="en-US" dirty="0" err="1">
                <a:latin typeface="Arial"/>
                <a:cs typeface="Arial"/>
              </a:rPr>
              <a:t>chuyên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nghiệp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b="1" dirty="0">
              <a:latin typeface="Arial"/>
              <a:cs typeface="Arial"/>
            </a:endParaRPr>
          </a:p>
          <a:p>
            <a:pPr marL="514350" indent="-51435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khách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gia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b="1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30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10EF-249E-43C4-9A11-4473EAE1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  <a:cs typeface="Aharoni"/>
              </a:rPr>
              <a:t>II. </a:t>
            </a:r>
            <a:r>
              <a:rPr lang="en-US" b="1" dirty="0" err="1">
                <a:latin typeface="Arial Black"/>
                <a:cs typeface="Aharoni"/>
              </a:rPr>
              <a:t>Phân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tích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và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thiết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kế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hệ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thống</a:t>
            </a:r>
            <a:endParaRPr lang="en-US" b="1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AC89-EDD2-438F-B930-4B818344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chức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năng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ngữ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cảnh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luồng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Mô </a:t>
            </a:r>
            <a:r>
              <a:rPr lang="en-US" dirty="0" err="1">
                <a:latin typeface="Arial"/>
                <a:cs typeface="Arial"/>
              </a:rPr>
              <a:t>hình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khái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niệm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Cơ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sở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60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3699-CAD1-41F7-A382-71E8B7F3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</a:rPr>
              <a:t>III. Công </a:t>
            </a:r>
            <a:r>
              <a:rPr lang="en-US" b="1" dirty="0" err="1">
                <a:latin typeface="Arial Black"/>
              </a:rPr>
              <a:t>cụ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thực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hiện</a:t>
            </a:r>
            <a:endParaRPr lang="en-US" b="1" dirty="0" err="1"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7581F-483B-4A9D-9E23-D773FEB3D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Ionic</a:t>
            </a:r>
          </a:p>
          <a:p>
            <a:r>
              <a:rPr lang="en-US" dirty="0" err="1">
                <a:latin typeface="Arial"/>
                <a:cs typeface="Arial"/>
              </a:rPr>
              <a:t>Msql</a:t>
            </a:r>
          </a:p>
          <a:p>
            <a:r>
              <a:rPr lang="en-US" dirty="0" err="1">
                <a:latin typeface="Arial"/>
                <a:cs typeface="Arial"/>
              </a:rPr>
              <a:t>Reactjs</a:t>
            </a:r>
          </a:p>
        </p:txBody>
      </p:sp>
    </p:spTree>
    <p:extLst>
      <p:ext uri="{BB962C8B-B14F-4D97-AF65-F5344CB8AC3E}">
        <p14:creationId xmlns:p14="http://schemas.microsoft.com/office/powerpoint/2010/main" val="255247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BCFC-7D06-4393-9954-445CE30F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</a:rPr>
              <a:t>IV. </a:t>
            </a:r>
            <a:r>
              <a:rPr lang="en-US" b="1" dirty="0" err="1">
                <a:latin typeface="Arial Black"/>
              </a:rPr>
              <a:t>Kết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quả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chương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trình</a:t>
            </a:r>
            <a:endParaRPr lang="en-US" b="1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D4DFE-0647-47CA-8B23-D263C9DD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 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dirty="0" err="1"/>
          </a:p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Tìm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8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3F0A-4028-4422-8D1B-2C4B2757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Black"/>
              </a:rPr>
              <a:t>Một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số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giao</a:t>
            </a:r>
            <a:r>
              <a:rPr lang="en-US" dirty="0">
                <a:latin typeface="Arial Black"/>
              </a:rPr>
              <a:t> </a:t>
            </a:r>
            <a:r>
              <a:rPr lang="en-US" dirty="0" err="1">
                <a:latin typeface="Arial Black"/>
              </a:rPr>
              <a:t>diện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chương</a:t>
            </a:r>
            <a:r>
              <a:rPr lang="en-US">
                <a:latin typeface="Arial Black"/>
              </a:rPr>
              <a:t> trình</a:t>
            </a:r>
            <a:endParaRPr lang="en-US"/>
          </a:p>
        </p:txBody>
      </p:sp>
      <p:pic>
        <p:nvPicPr>
          <p:cNvPr id="4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16A3DE4A-346E-4E55-85E1-260394DB2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269" y="1712514"/>
            <a:ext cx="1428750" cy="3000375"/>
          </a:xfrm>
        </p:spPr>
      </p:pic>
      <p:pic>
        <p:nvPicPr>
          <p:cNvPr id="5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CC38605-65B1-4B78-8DF9-D7B2B576F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597" y="1772238"/>
            <a:ext cx="1428750" cy="3000375"/>
          </a:xfrm>
          <a:prstGeom prst="rect">
            <a:avLst/>
          </a:prstGeom>
        </p:spPr>
      </p:pic>
      <p:pic>
        <p:nvPicPr>
          <p:cNvPr id="6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B6197E3-4C4A-4B19-9AE9-8DAB27B2B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091" y="1709608"/>
            <a:ext cx="1428750" cy="3000375"/>
          </a:xfrm>
          <a:prstGeom prst="rect">
            <a:avLst/>
          </a:prstGeom>
        </p:spPr>
      </p:pic>
      <p:pic>
        <p:nvPicPr>
          <p:cNvPr id="7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77C9E23-A6D0-4B8C-AF85-64A27D607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104" y="1772238"/>
            <a:ext cx="1428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2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E952BF0-7088-47BB-9AE9-E0CAE875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140" y="749277"/>
            <a:ext cx="1428750" cy="3000375"/>
          </a:xfrm>
          <a:prstGeom prst="rect">
            <a:avLst/>
          </a:prstGeom>
        </p:spPr>
      </p:pic>
      <p:pic>
        <p:nvPicPr>
          <p:cNvPr id="3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2AA0774-9CBE-46E1-A7D1-EEF4FF6E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26" y="749277"/>
            <a:ext cx="1428750" cy="3000375"/>
          </a:xfrm>
          <a:prstGeom prst="rect">
            <a:avLst/>
          </a:prstGeom>
        </p:spPr>
      </p:pic>
      <p:pic>
        <p:nvPicPr>
          <p:cNvPr id="5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4933EB8-EB47-46AB-9679-55C61C94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70" y="749278"/>
            <a:ext cx="1428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8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1BFD-5F01-4D2C-9DAA-EF2E631C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  <a:cs typeface="Aharoni"/>
              </a:rPr>
              <a:t>V. </a:t>
            </a:r>
            <a:r>
              <a:rPr lang="en-US" b="1" dirty="0" err="1">
                <a:latin typeface="Arial Black"/>
                <a:cs typeface="Aharoni"/>
              </a:rPr>
              <a:t>Tổng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kết</a:t>
            </a:r>
            <a:endParaRPr lang="en-US" b="1" dirty="0" err="1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BC431-92F9-48D0-9EEC-C84CF9A0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Arial"/>
                <a:cs typeface="Arial"/>
              </a:rPr>
              <a:t>Những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điểm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đạt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được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Giao </a:t>
            </a:r>
            <a:r>
              <a:rPr lang="en-US" dirty="0" err="1">
                <a:latin typeface="Arial"/>
                <a:cs typeface="Arial"/>
              </a:rPr>
              <a:t>diện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thân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thiện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giao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trực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tuyến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514350" indent="-514350">
              <a:buAutoNum type="arabicPeriod"/>
            </a:pPr>
            <a:endParaRPr lang="en-US" b="1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283756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allery">
      <a:dk1>
        <a:srgbClr val="000000"/>
      </a:dk1>
      <a:lt1>
        <a:srgbClr val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42</TotalTime>
  <Words>277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Aharoni</vt:lpstr>
      <vt:lpstr>Arial</vt:lpstr>
      <vt:lpstr>Arial Black</vt:lpstr>
      <vt:lpstr>Avenir Next LT Pro</vt:lpstr>
      <vt:lpstr>Calibri</vt:lpstr>
      <vt:lpstr>Wingdings</vt:lpstr>
      <vt:lpstr>ShapesVTI</vt:lpstr>
      <vt:lpstr>BÁO CÁO ĐỒ ÁN TỐT NGHIỆP  ĐẶT VÀ GIAO HÀNG ONLINE</vt:lpstr>
      <vt:lpstr>NỘI DUNG ĐỒ ÁN</vt:lpstr>
      <vt:lpstr>I. LÝ DO CHỌN ĐỒ ÁN</vt:lpstr>
      <vt:lpstr>II. Phân tích và thiết kế hệ thống</vt:lpstr>
      <vt:lpstr>III. Công cụ thực hiện</vt:lpstr>
      <vt:lpstr>IV. Kết quả chương trình</vt:lpstr>
      <vt:lpstr>Một số giao diện chương trình</vt:lpstr>
      <vt:lpstr>PowerPoint Presentation</vt:lpstr>
      <vt:lpstr>V. 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Phạm Việt Khánh</cp:lastModifiedBy>
  <cp:revision>178</cp:revision>
  <dcterms:created xsi:type="dcterms:W3CDTF">2021-03-09T06:26:04Z</dcterms:created>
  <dcterms:modified xsi:type="dcterms:W3CDTF">2021-03-30T09:28:11Z</dcterms:modified>
</cp:coreProperties>
</file>